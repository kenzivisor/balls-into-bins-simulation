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104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ARCHITECTURE  ·  TECHNICAL INTERVIEW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Balls into Bins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21792" y="19933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Under Cost Constraints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2505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choices, stateful policies, and cost–quality tradeoffs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31546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82A4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" y="32735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MESSAGE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547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load-balance quality does each policy buy for its decision cost?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3367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3367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4555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4555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3993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 Kenzi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arriving ball must be assigned to a bin immediately — no batching, no undo.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the maximum load and the imbalance across bins.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analogy: assigning jobs, network flows, or tasks to servers, links, or queues.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how much state or load information should the allocator use?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037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ALLOCATION, ONE BALL AT A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03720" y="169164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7498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59536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9784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723376" y="2267712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6830568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830568" y="4009644"/>
            <a:ext cx="868680" cy="6080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991856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7991856" y="3140964"/>
            <a:ext cx="868680" cy="14767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9153144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9153144" y="3662172"/>
            <a:ext cx="868680" cy="9555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0314432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0314432" y="4183380"/>
            <a:ext cx="868680" cy="4343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90372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start at different loads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any system that must commit a resource assignment immediately, with only partial knowledge of global state.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Setup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1323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PER RUN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50215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0215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COUNTS 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29107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9107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07999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7999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WORKLOAD / SETUP MODES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49808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</a:p>
        </p:txBody>
      </p:sp>
      <p:sp>
        <p:nvSpPr>
          <p:cNvPr id="20" name="Shape 18"/>
          <p:cNvSpPr/>
          <p:nvPr/>
        </p:nvSpPr>
        <p:spPr>
          <a:xfrm>
            <a:off x="6233008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434176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34176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</a:p>
        </p:txBody>
      </p:sp>
      <p:sp>
        <p:nvSpPr>
          <p:cNvPr id="23" name="Shape 21"/>
          <p:cNvSpPr/>
          <p:nvPr/>
        </p:nvSpPr>
        <p:spPr>
          <a:xfrm>
            <a:off x="548640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49808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</a:p>
        </p:txBody>
      </p:sp>
      <p:sp>
        <p:nvSpPr>
          <p:cNvPr id="26" name="Shape 24"/>
          <p:cNvSpPr/>
          <p:nvPr/>
        </p:nvSpPr>
        <p:spPr>
          <a:xfrm>
            <a:off x="6233008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6434176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34176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9011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   ·   Max–min gap   ·   CV / load imbalance   ·   Cost per ball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is evaluated across all four conditions — clean and adversarial alike.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Compared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766560" y="145389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96772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21040" y="1453896"/>
            <a:ext cx="118872" cy="11887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52220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0" y="1453896"/>
            <a:ext cx="118872" cy="118872"/>
          </a:xfrm>
          <a:prstGeom prst="ellipse">
            <a:avLst/>
          </a:prstGeom>
          <a:solidFill>
            <a:srgbClr val="C2660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25956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886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knows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random 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sampled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minimum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scan cost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Next-bin pointer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(state)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C266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size 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global heap 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+ heap updates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comparison is stateless sampling vs. maintained state vs. full global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Anchor: Why Power-2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choice leaves a small set of bins overloaded — the classic balls-in-bins bottleneck.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just two bins and keeping the less-loaded one cuts that bottleneck exponentially, not just by a constant factor.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power-of-two-choices result (Mitzenmacher, 2001): a couple bits of local information go a very long way.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two choices, more sampling keeps helping, but only by changing the base of an already-tiny logarithm — diminishing returns, fast.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78040" y="1325880"/>
            <a:ext cx="4465015" cy="2788920"/>
          </a:xfrm>
          <a:prstGeom prst="roundRect">
            <a:avLst>
              <a:gd name="adj" fmla="val 2951"/>
            </a:avLst>
          </a:prstGeom>
          <a:solidFill>
            <a:srgbClr val="E8EFF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434072" y="1481328"/>
            <a:ext cx="3952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 BALLS INTO n BINS (WHP)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34072" y="1828800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random choice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34072" y="2057400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 log n / log log n 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34072" y="2359152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2 &amp;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34072" y="2542032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choices — Power-2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34072" y="2770632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r>
              <a:rPr lang="en-US" sz="1700" b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(log n) + O(1)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34072" y="3072384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(Mitzenmacher, 2001)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34072" y="3255264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choices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34072" y="3483864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r>
              <a:rPr lang="en-US" sz="1700" b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(log n) + O(1)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34072" y="3785616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78040" y="4224528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bounds assume n balls into n bins. Our simulation runs heavily loaded — 10,000 balls into 16–32 bins — a different regime, but the same qualitative gap motivates Power-2.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5074920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information captures most of the benefit. No proof here — the rest of this deck tests it empirically.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motivates Power-2 as the practical randomized baseline — the rest of the deck checks it against real cost.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Baseline: Power-2 Captures Most of the Gain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" name="Image 0" descr="/home/claude/work/assets/plot_clean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666.1 → 626.4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 (RANDOM → POWER-2)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345.3 → 313.9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 (RANDOM → POWER-2)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adds only a small improvement beyond Power-2 — at much higher cost.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nearly closes the gap to the ideal policy in the clean, unweighted case.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Returns of 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Image 0" descr="/home/claude/work/assets/plot_diminishing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626.4 / 626.0 / 625.9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 2 / 3 / 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99832" y="239572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292608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799832" y="299923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313.9 / 313.6 / 313.0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99832" y="385876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 2 / 3 / 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99832" y="413308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709160"/>
            <a:ext cx="4007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roughly linearly with k — quality gain does not.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improvement is k=1 → k=2. Larger k mostly increases cost.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Cost–Quality Tradeoff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" name="Image 0" descr="/home/claude/work/assets/plot_cost_quality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13232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— but expensive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7738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4472330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excellent here — but fragile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66837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8231429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of the curve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delivers most of the achievable quality for a small, flat cost — the knee of the curve.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Balls Break Count Fairness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" name="Image 0" descr="/home/claude/work/assets/plot_weighted_brea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1812.6  vs  1731.6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WEIGHTED n=32 — ROUND-ROBIN vs POWER-2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by count can still be bad by load. Power-2 reads current load and adapts; round-robin does not.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appears at n=16: round-robin's clean-case advantage disappears once balls carry weight.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balances counts, not load — weighted balls expose that weakness.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Heap: When Maintained State Helps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4" name="Image 0" descr="/home/claude/work/assets/plot_heap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6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38.3  vs  ≈ 159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 — FULL HEAP vs ABSOLUTE MINIMUM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69748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heap matches absolute-minimum quality (max load ≈ 1724.7) at a fraction of the cost.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35240" y="361188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heap tracks s bins; full heap tracks all bins. More state steadily improves quality, at rising update cost.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 heap can approach global-min quality without scanning all bins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Tests Robustness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" name="Image 0" descr="/home/claude/work/assets/plot_initi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679.3  vs  678.0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POWER-2 vs REFERENCE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365.4  vs  364.0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POWER-2 vs REFERENCE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rarely start from zero. Round-robin can preserve — rather than correct — initial imbalance.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non-empty bins exposes whether a policy corrects imbalance or just preserves it.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Realistic Tradeoff: Weighted + Initialized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" name="Image 0" descr="/home/claude/work/assets/plot_cost_quality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685800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67964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3505124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87288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6324448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611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9143771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stateless, robust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weighted, initialized conditions, Power-2 is the strongest simple default.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Implementation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088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0088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968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94116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294116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996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18144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F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18144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1024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42172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742172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5052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966200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66200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src/main.cpp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scenarios, runs them, and exports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results/simulation_results.csv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29900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ExperimentRunner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all experiment scenarios.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13232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PowerKSimulator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Power-k, Absolute minimum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07738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472330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StatefulRoundRobinSimulator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72330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66837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8231429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HeapSizeSPowerOfKSimulator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31429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size s / full heap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scripts/plot_results.py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the CSV and creates the plots. The deck uses repository outputs only.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structured as a repeatable performance-evaluation pipeline, with a built-in ability to run one costume simulation.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choices is the best default.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balance benefit, with little decision cost.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robustness across weighted balls and initialized bins.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global knowledge is rarely worth the price.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heap designs can improve quality further — when memory/update cost is justified.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48920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82A4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load-balance quality per unit of decision and state cost.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1167</Words>
  <Application>Microsoft Office PowerPoint</Application>
  <PresentationFormat>מסך רחב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Balls into Bins: Load Balancing Under Cost Constraints</dc:title>
  <dc:subject>PptxGenJS Presentation</dc:subject>
  <dc:creator>Kobi Kenzi</dc:creator>
  <cp:lastModifiedBy>קובי קנזי</cp:lastModifiedBy>
  <cp:revision>2</cp:revision>
  <dcterms:created xsi:type="dcterms:W3CDTF">2026-06-29T20:07:09Z</dcterms:created>
  <dcterms:modified xsi:type="dcterms:W3CDTF">2026-06-29T20:15:49Z</dcterms:modified>
</cp:coreProperties>
</file>