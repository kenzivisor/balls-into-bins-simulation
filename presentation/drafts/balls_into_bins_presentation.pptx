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698480" cy="7315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E293B"/>
                </a:solidFill>
                <a:latin typeface="Aptos"/>
              </a:rPr>
              <a:t>Balls into Bins: Load Balancing Under Cost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37360"/>
            <a:ext cx="987552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900" b="0">
                <a:solidFill>
                  <a:srgbClr val="475569"/>
                </a:solidFill>
                <a:latin typeface="Aptos"/>
              </a:rPr>
              <a:t>Randomized choices, stateful policies, and cost-quality tradeoffs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069080"/>
            <a:ext cx="59436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  <a:latin typeface="Aptos"/>
              </a:defRPr>
            </a:pPr>
            <a:r>
              <a:t>Main message</a:t>
            </a:r>
          </a:p>
          <a:p>
            <a:pPr>
              <a:spcAft>
                <a:spcPts val="400"/>
              </a:spcAft>
              <a:defRPr sz="1250" b="0">
                <a:solidFill>
                  <a:srgbClr val="475569"/>
                </a:solidFill>
                <a:latin typeface="Aptos"/>
              </a:defRPr>
            </a:pPr>
            <a:r>
              <a:t>How much load-balance quality does each policy buy for its decision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0"/>
            <a:ext cx="3657600" cy="1463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10,000 balls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16 and 32 bins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10 trials per scenario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983480" cy="22860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Allocate each arriving ball immediately.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Goal: reduce max load and imbalance.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Systems analogy: assign tasks, flows, or jobs to resources.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Question: how much state or load information should the allocator use?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417320"/>
          <a:ext cx="44805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</a:tblGrid>
              <a:tr h="48463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Workload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Initial bins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unweighted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empty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weighted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empty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unweighted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randomly initialized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weighted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randomly initialized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The experiments compare online allocation policies across clean and realistic starting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Algorithms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248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Family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Policy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What it knows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Main cost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Stateless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Random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one random bin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very 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Stateless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Power-k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 sampled bin loads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grows with 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Stateless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Absolute minimum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all bin loads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 scan cost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Stateful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Round-robin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next-bin pointer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very low state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Stateful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Heap size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partial/global heap state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state + heap updates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The core comparison is stateless sampling versus maintained state versus full global knowledge.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Theory Anchor: Why Power-2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5669280" cy="2834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Random allocation has a large maximum-load tail.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Power of Two Choices gives a dramatic theoretical improvement.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Additional choices help, but with diminishing returns.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The simulation checks whether this holds with cost, weights, and initialization.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920240"/>
            <a:ext cx="34747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  <a:latin typeface="Aptos"/>
              </a:defRPr>
            </a:pPr>
            <a:r>
              <a:t>Hypothesis</a:t>
            </a:r>
          </a:p>
          <a:p>
            <a:pPr>
              <a:spcAft>
                <a:spcPts val="400"/>
              </a:spcAft>
              <a:defRPr sz="1250" b="0">
                <a:solidFill>
                  <a:srgbClr val="475569"/>
                </a:solidFill>
                <a:latin typeface="Aptos"/>
              </a:defRPr>
            </a:pPr>
            <a:r>
              <a:t>Small local information captures most of the benefit.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Theory motivates Power-2 as the practical randomized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Clean Baseline: Power-2 Captures Most of the 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main_comparison_unweighted_empty_max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7726679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463040"/>
            <a:ext cx="26517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  <a:latin typeface="Aptos"/>
              </a:defRPr>
            </a:pPr>
            <a:r>
              <a:t>Max load</a:t>
            </a:r>
          </a:p>
          <a:p>
            <a:pPr>
              <a:spcAft>
                <a:spcPts val="4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n=16: Random 666.1 -&gt; Power-2 626.4</a:t>
            </a:r>
          </a:p>
          <a:p>
            <a:pPr>
              <a:spcAft>
                <a:spcPts val="4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n=32: Random 345.3 -&gt; Power-2 313.9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3337560"/>
            <a:ext cx="2651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  <a:latin typeface="Aptos"/>
              </a:defRPr>
            </a:pPr>
            <a:r>
              <a:t>Beyond Power-2</a:t>
            </a:r>
          </a:p>
          <a:p>
            <a:pPr>
              <a:spcAft>
                <a:spcPts val="400"/>
              </a:spcAft>
              <a:defRPr sz="1250" b="0">
                <a:solidFill>
                  <a:srgbClr val="475569"/>
                </a:solidFill>
                <a:latin typeface="Aptos"/>
              </a:defRPr>
            </a:pPr>
            <a:r>
              <a:t>Absolute minimum adds only a small improvement.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Power-2 nearly closes the gap to the ideal policy in the clean unweighted case.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Diminishing Returns of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diminishing_returns_max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7726679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417320"/>
            <a:ext cx="26517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  <a:latin typeface="Aptos"/>
              </a:defRPr>
            </a:pPr>
            <a:r>
              <a:t>n=16</a:t>
            </a:r>
          </a:p>
          <a:p>
            <a:pPr>
              <a:spcAft>
                <a:spcPts val="4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Power-2/3/4 max load: 626.4 / 626.0 / 625.9</a:t>
            </a:r>
          </a:p>
          <a:p>
            <a:pPr>
              <a:spcAft>
                <a:spcPts val="4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Cost per ball: 9 / 14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3474720"/>
            <a:ext cx="2651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  <a:latin typeface="Aptos"/>
              </a:defRPr>
            </a:pPr>
            <a:r>
              <a:t>n=32</a:t>
            </a:r>
          </a:p>
          <a:p>
            <a:pPr>
              <a:spcAft>
                <a:spcPts val="4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Power-2/3/4: 313.9 / 313.6 / 313.0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The big improvement is k=1 to k=2. Larger k mostly increases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Cost-Quality Tradeoff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tradeoff_unweighted_empty_max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7955279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23960" y="1417320"/>
            <a:ext cx="2560320" cy="33832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Lower max load is better.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Lower cost per ball is better.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Absolute minimum is close to optimal but expensive.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Round-robin looks excellent here, but that success is fragile.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Power-2 is the knee of the curve: most of the quality for a small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Weighted Balls Break Count Fairness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weighted_round_robin_break_max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7726679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417320"/>
            <a:ext cx="26517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  <a:latin typeface="Aptos"/>
              </a:defRPr>
            </a:pPr>
            <a:r>
              <a:t>Weighted-empty n=32</a:t>
            </a:r>
          </a:p>
          <a:p>
            <a:pPr>
              <a:spcAft>
                <a:spcPts val="4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Round-robin 1812.6</a:t>
            </a:r>
          </a:p>
          <a:p>
            <a:pPr>
              <a:spcAft>
                <a:spcPts val="4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Power-2 1731.6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2971800"/>
            <a:ext cx="2514600" cy="13716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Fair by count can still be bad by load.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Power-2 reads current load and adapts.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Round-robin balances counts, not load. Weighted balls expose that weakness.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Stateful Heap: When Maintained State Helps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heap_sweep_n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7726679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417320"/>
            <a:ext cx="26517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  <a:latin typeface="Aptos"/>
              </a:defRPr>
            </a:pPr>
            <a:r>
              <a:t>Full heap</a:t>
            </a:r>
          </a:p>
          <a:p>
            <a:pPr>
              <a:spcAft>
                <a:spcPts val="4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Matches absolute-min quality around 1724.7</a:t>
            </a:r>
          </a:p>
          <a:p>
            <a:pPr>
              <a:spcAft>
                <a:spcPts val="4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Cost around 38.32 instead of 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3291840"/>
            <a:ext cx="2514600" cy="15544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Partial heap tracks s bins.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Full heap tracks all bins.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More state improves quality and update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A maintained heap can approach global-min quality without scanning all bins.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Initialization Tests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main_comparison_unweighted_initialized_max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7726679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417320"/>
            <a:ext cx="26517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  <a:latin typeface="Aptos"/>
              </a:defRPr>
            </a:pPr>
            <a:r>
              <a:t>Near reference</a:t>
            </a:r>
          </a:p>
          <a:p>
            <a:pPr>
              <a:spcAft>
                <a:spcPts val="4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n=16: Power-2 679.3 vs ref 678.0</a:t>
            </a:r>
          </a:p>
          <a:p>
            <a:pPr>
              <a:spcAft>
                <a:spcPts val="4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n=32: Power-2 365.4 vs ref 364.0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3291840"/>
            <a:ext cx="2514600" cy="13258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Real systems rarely start from zero.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Round-robin can preserve initial imbalance.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Starting from non-empty bins exposes whether a policy corrects imbalance.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Final Realistic Tradeoff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tradeoff_weighted_initialized_max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7955279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23960" y="1325880"/>
            <a:ext cx="2606040" cy="36118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Random is too weak.</a:t>
            </a:r>
          </a:p>
          <a:p>
            <a:pPr>
              <a:spcAft>
                <a:spcPts val="8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Absolute minimum is expensive.</a:t>
            </a:r>
          </a:p>
          <a:p>
            <a:pPr>
              <a:spcAft>
                <a:spcPts val="8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Round-robin is fragile.</a:t>
            </a:r>
          </a:p>
          <a:p>
            <a:pPr>
              <a:spcAft>
                <a:spcPts val="8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Power-2 is simple, stateless, and robust.</a:t>
            </a:r>
          </a:p>
          <a:p>
            <a:pPr>
              <a:spcAft>
                <a:spcPts val="8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Heap/full heap can improve quality when state cost is justified.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Under weighted + initialized conditions, Power-2 is the strongest simple default.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C++ Implementation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432" y="2898648"/>
            <a:ext cx="5029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74320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Simulators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3672" y="2898648"/>
            <a:ext cx="5029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74320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Metrics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2898648"/>
            <a:ext cx="5029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74320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898648"/>
            <a:ext cx="5029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74320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Conclusions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25880"/>
            <a:ext cx="5029200" cy="11430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src/main.cpp builds scenarios, runs them, and exports results/simulation_results.csv.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ExperimentRunner creates all experiment scenarios.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5303520" cy="12344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PowerKSimulator: Random, Power-k, Absolute minimum.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StatefulRoundRobinSimulator: round-robin.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HeapSizeSPowerOfKSimulator: heap size s / full heap.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77639"/>
            <a:ext cx="4754880" cy="9144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scripts/plot_results.py reads the CSV and creates the plots.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The deck uses repository outputs 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The project is structured as a repeatable performance evaluation pipeline.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Final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149840" cy="10515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Aptos"/>
              </a:rPr>
              <a:t>Two choices are the best default.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95360" cy="18288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Most of the balance benefit with little decision cost.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Good robustness across weights and initialized bins.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Full global knowledge is rarely worth the price.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Stateful heap designs can improve quality further when memory/update cost is justified.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806440"/>
            <a:ext cx="1083564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Engineering decision: optimize load-balance quality per unit of decision and state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