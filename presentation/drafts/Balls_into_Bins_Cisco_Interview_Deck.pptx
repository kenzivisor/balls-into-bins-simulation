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ARCHITECTURE  ·  TECHNICAL INTERVIEW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Balls into Bins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21792" y="19933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Under Cost Constraints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1792" y="250545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choices, stateful policies, and cost–quality tradeoffs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" y="3154680"/>
            <a:ext cx="7315200" cy="1051560"/>
          </a:xfrm>
          <a:prstGeom prst="roundRect">
            <a:avLst>
              <a:gd name="adj" fmla="val 6957"/>
            </a:avLst>
          </a:prstGeom>
          <a:solidFill>
            <a:srgbClr val="182A4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27355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MESSAGE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354787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load-balance quality does each policy buy for its decision cost?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4617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21792" y="5239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33672" y="4617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&amp; 32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233672" y="5239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845552" y="4617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845552" y="5239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PER SCENARIO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53993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 Kenzi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60350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arriving ball must be assigned to a bin immediately — no batching, no undo.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minimize the maximum load and the imbalance across bins.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analogy: assigning jobs, network flows, or tasks to servers, links, or queues.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question: how much state or load information should the allocator use?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903720" y="1325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ALLOCATION, ONE BALL AT A TIME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903720" y="1691640"/>
            <a:ext cx="4206240" cy="3246120"/>
          </a:xfrm>
          <a:prstGeom prst="roundRect">
            <a:avLst>
              <a:gd name="adj" fmla="val 2254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196596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196596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0" y="196596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23376" y="2267712"/>
            <a:ext cx="0" cy="5029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30568" y="2880360"/>
            <a:ext cx="86868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30568" y="4009644"/>
            <a:ext cx="868680" cy="6080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7991856" y="2880360"/>
            <a:ext cx="86868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91856" y="3140964"/>
            <a:ext cx="868680" cy="147675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Shape 13"/>
          <p:cNvSpPr/>
          <p:nvPr/>
        </p:nvSpPr>
        <p:spPr>
          <a:xfrm>
            <a:off x="9153144" y="2880360"/>
            <a:ext cx="86868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53144" y="3662172"/>
            <a:ext cx="868680" cy="9555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14432" y="2880360"/>
            <a:ext cx="86868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14432" y="4183380"/>
            <a:ext cx="868680" cy="4343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start at different loads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models any system that must commit a resource assignment immediately, with only partial knowledge of global state.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Setup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399032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1847088"/>
            <a:ext cx="227685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BALLS PER RUN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3258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3502152" y="1399032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&amp; 32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02152" y="1847088"/>
            <a:ext cx="227685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COUNTS TESTED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3258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1399032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91072" y="1847088"/>
            <a:ext cx="227685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PER SCENARIO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13258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9079992" y="1399032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79992" y="1847088"/>
            <a:ext cx="227685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TRACKED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423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WORKLOAD / SETUP MODES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5410048" cy="86868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2834640"/>
            <a:ext cx="504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3072384"/>
            <a:ext cx="504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 balls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initial bins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33008" y="2743200"/>
            <a:ext cx="5410048" cy="86868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6434176" y="2834640"/>
            <a:ext cx="504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34176" y="3072384"/>
            <a:ext cx="504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balls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initial bins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3813048"/>
            <a:ext cx="5410048" cy="86868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3904488"/>
            <a:ext cx="504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" y="4142232"/>
            <a:ext cx="504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 balls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initialized bins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33008" y="3813048"/>
            <a:ext cx="5410048" cy="86868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6434176" y="3904488"/>
            <a:ext cx="504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34176" y="4142232"/>
            <a:ext cx="504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balls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initialized bins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463040" y="490118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   ·   Max–min gap   ·   CV / load imbalance   ·   Cost per ball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policy is evaluated across all four conditions — clean and adversarial alike.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Compared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766560" y="1453896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967728" y="1353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321040" y="1453896"/>
            <a:ext cx="118872" cy="118872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7" name="Text 5"/>
          <p:cNvSpPr/>
          <p:nvPr/>
        </p:nvSpPr>
        <p:spPr>
          <a:xfrm>
            <a:off x="8522208" y="1353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0" y="1453896"/>
            <a:ext cx="118872" cy="118872"/>
          </a:xfrm>
          <a:prstGeom prst="ellipse">
            <a:avLst/>
          </a:prstGeom>
          <a:solidFill>
            <a:srgbClr val="C2660D"/>
          </a:solidFill>
          <a:ln/>
        </p:spPr>
      </p:sp>
      <p:sp>
        <p:nvSpPr>
          <p:cNvPr id="9" name="Text 7"/>
          <p:cNvSpPr/>
          <p:nvPr/>
        </p:nvSpPr>
        <p:spPr>
          <a:xfrm>
            <a:off x="10259568" y="1353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388620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4050792"/>
                <a:gridCol w="2743200"/>
              </a:tblGrid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knows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random bin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Power-k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sampled bin loads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Grows with 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minimum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bin loads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scan cost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Stateful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Round-robin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Next-bin pointer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 (state)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C266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Stateful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size 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/ global heap state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+ heap updates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comparison is stateless sampling vs. maintained state vs. full global knowledge.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 Anchor: Why Power-2 Matters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630936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8000"/>
              </a:lnSpc>
              <a:spcAft>
                <a:spcPts val="26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allocation has a heavy maximum-load tail.</a:t>
            </a:r>
            <a:endParaRPr lang="en-US" sz="1700" dirty="0"/>
          </a:p>
          <a:p>
            <a:pPr marL="228600" indent="-228600">
              <a:lnSpc>
                <a:spcPct val="118000"/>
              </a:lnSpc>
              <a:spcAft>
                <a:spcPts val="26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of Two Choices result gives a dramatic theoretical improvement over a single random choice.</a:t>
            </a:r>
            <a:endParaRPr lang="en-US" sz="1700" dirty="0"/>
          </a:p>
          <a:p>
            <a:pPr marL="228600" indent="-228600">
              <a:lnSpc>
                <a:spcPct val="118000"/>
              </a:lnSpc>
              <a:spcAft>
                <a:spcPts val="26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choices (k &gt; 2) help further, but with diminishing returns.</a:t>
            </a:r>
            <a:endParaRPr lang="en-US" sz="1700" dirty="0"/>
          </a:p>
          <a:p>
            <a:pPr marL="228600" indent="-228600">
              <a:lnSpc>
                <a:spcPct val="118000"/>
              </a:lnSpc>
              <a:spcAft>
                <a:spcPts val="26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checks whether this still holds once cost, weights, and initialization are introduced.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78040" y="1965960"/>
            <a:ext cx="4465015" cy="2286000"/>
          </a:xfrm>
          <a:prstGeom prst="roundRect">
            <a:avLst>
              <a:gd name="adj" fmla="val 3600"/>
            </a:avLst>
          </a:prstGeom>
          <a:solidFill>
            <a:srgbClr val="E8EFFD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2212848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52360" y="2542032"/>
            <a:ext cx="39163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local information captures most of the benefit.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78040" y="4526280"/>
            <a:ext cx="4465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here — the rest of this deck tests the hypothesis empirically.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motivates Power-2 as the practical randomized baseline — the rest of the deck checks it against real cost.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Baseline: Power-2 Captures Most of the Gain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4" name="Image 0" descr="/home/claude/work/assets/plot_clean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858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188720"/>
            <a:ext cx="4007815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799832" y="1261872"/>
            <a:ext cx="3678631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666.1 → 626.4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99832" y="2039112"/>
            <a:ext cx="3678631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n=16  (RANDOM → POWER-2)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35240" y="2743200"/>
            <a:ext cx="4007815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9" name="Text 6"/>
          <p:cNvSpPr/>
          <p:nvPr/>
        </p:nvSpPr>
        <p:spPr>
          <a:xfrm>
            <a:off x="7799832" y="2816352"/>
            <a:ext cx="3678631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345.3 → 313.9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99832" y="3593592"/>
            <a:ext cx="3678631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n=32  (RANDOM → POWER-2)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35240" y="4343400"/>
            <a:ext cx="40078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minimum adds only a small improvement beyond Power-2 — at much higher cost.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Power-2 nearly closes the gap to the ideal policy in the clean, unweighted case.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Diminishing Returns of 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4" name="Image 0" descr="/home/claude/work/assets/plot_diminishing_retur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858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188720"/>
            <a:ext cx="4007815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799832" y="1261872"/>
            <a:ext cx="3678631" cy="9015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626.4 / 626.0 / 625.9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99832" y="2121408"/>
            <a:ext cx="3678631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n=16 — POWER 2 / 3 / 4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99832" y="2395728"/>
            <a:ext cx="3678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ball: 9 / 14 / 19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35240" y="2926080"/>
            <a:ext cx="4007815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</p:spPr>
      </p:sp>
      <p:sp>
        <p:nvSpPr>
          <p:cNvPr id="10" name="Text 7"/>
          <p:cNvSpPr/>
          <p:nvPr/>
        </p:nvSpPr>
        <p:spPr>
          <a:xfrm>
            <a:off x="7799832" y="2999232"/>
            <a:ext cx="3678631" cy="9015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313.9 / 313.6 / 313.0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799832" y="3858768"/>
            <a:ext cx="3678631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n=32 — POWER 2 / 3 / 4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99832" y="4133088"/>
            <a:ext cx="3678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ball: 9 / 14 / 19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635240" y="4709160"/>
            <a:ext cx="4007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grows roughly linearly with k — quality gain does not.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improvement is k=1 → k=2. Larger k mostly increases cost.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Cost–Quality Tradeoff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4" name="Image 0" descr="/home/claude/work/assets/plot_cost_quality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1143000"/>
            <a:ext cx="9509760" cy="407561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3576218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13232" y="5440680"/>
            <a:ext cx="32470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minimum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Near-optimal — but expensive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307738" y="5440680"/>
            <a:ext cx="3576218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4472330" y="5440680"/>
            <a:ext cx="32470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excellent here — but fragile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66837" y="5440680"/>
            <a:ext cx="3576218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10" name="Text 7"/>
          <p:cNvSpPr/>
          <p:nvPr/>
        </p:nvSpPr>
        <p:spPr>
          <a:xfrm>
            <a:off x="8231429" y="5440680"/>
            <a:ext cx="32470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6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Power-2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knee of the curve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Power-2 delivers most of the achievable quality for a small, flat cost — the knee of the curve.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Balls Break Count Fairness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4" name="Image 0" descr="/home/claude/work/assets/plot_weighted_brea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858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188720"/>
            <a:ext cx="4007815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799832" y="1261872"/>
            <a:ext cx="3678631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1812.6  vs  1731.6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99832" y="2039112"/>
            <a:ext cx="3678631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WEIGHTED n=32 — ROUND-ROBIN vs POWER-2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635240" y="2788920"/>
            <a:ext cx="4007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by count can still be bad by load. Power-2 reads current load and adapts; round-robin does not.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3977640"/>
            <a:ext cx="4007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appears at n=16: round-robin's clean-case advantage disappears once balls carry weight.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balances counts, not load — weighted balls expose that weakness.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Stateful Heap: When Maintained State Helps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4" name="Image 0" descr="/home/claude/work/assets/plot_heap_sw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858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188720"/>
            <a:ext cx="4007815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799832" y="1261872"/>
            <a:ext cx="3678631" cy="9015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6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38.3  vs  ≈ 159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99832" y="2121408"/>
            <a:ext cx="3678631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BALL — FULL HEAP vs ABSOLUTE MINIMUM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635240" y="2697480"/>
            <a:ext cx="4007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heap matches absolute-minimum quality (max load ≈ 1724.7) at a fraction of the cost.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35240" y="3611880"/>
            <a:ext cx="4007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heap tracks s bins; full heap tracks all bins. More state steadily improves quality, at rising update cost.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maintained heap can approach global-min quality without scanning all bins every time.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Initialization Tests Robustness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4" name="Image 0" descr="/home/claude/work/assets/plot_initia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858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188720"/>
            <a:ext cx="4007815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799832" y="1261872"/>
            <a:ext cx="3678631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679.3  vs  678.0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99832" y="2039112"/>
            <a:ext cx="3678631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n=16 — POWER-2 vs REFERENCE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35240" y="2743200"/>
            <a:ext cx="4007815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9" name="Text 6"/>
          <p:cNvSpPr/>
          <p:nvPr/>
        </p:nvSpPr>
        <p:spPr>
          <a:xfrm>
            <a:off x="7799832" y="2816352"/>
            <a:ext cx="3678631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365.4  vs  364.0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99832" y="3593592"/>
            <a:ext cx="3678631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n=32 — POWER-2 vs REFERENCE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35240" y="4343400"/>
            <a:ext cx="40078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 rarely start from zero. Round-robin can preserve — rather than correct — initial imbalance.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non-empty bins exposes whether a policy corrects imbalance or just preserves it.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Realistic Tradeoff: Weighted + Initialized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4" name="Image 0" descr="/home/claude/work/assets/plot_cost_quality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1143000"/>
            <a:ext cx="9509760" cy="407561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2636444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544068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weak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367964" y="5440680"/>
            <a:ext cx="2636444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3505124" y="544068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minimum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87288" y="5440680"/>
            <a:ext cx="2636444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10" name="Text 7"/>
          <p:cNvSpPr/>
          <p:nvPr/>
        </p:nvSpPr>
        <p:spPr>
          <a:xfrm>
            <a:off x="6324448" y="544068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006611" y="5440680"/>
            <a:ext cx="2636444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12" name="Text 9"/>
          <p:cNvSpPr/>
          <p:nvPr/>
        </p:nvSpPr>
        <p:spPr>
          <a:xfrm>
            <a:off x="9143771" y="544068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26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Power-2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stateless, robust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weighted, initialized conditions, Power-2 is the strongest simple default.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 Implementation Overview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00888" y="1417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0888" y="1417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29688" y="180594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41168" y="1417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41168" y="1417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69968" y="180594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81448" y="1417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E8EF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81448" y="1417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CSV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10248" y="180594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21728" y="1417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1728" y="1417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50528" y="180594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62008" y="1417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62008" y="1417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606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src/main.cpp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builds scenarios, runs them, and exports </a:t>
            </a:r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results/simulation_results.csv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29900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ExperimentRunner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creates all experiment scenarios.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3576218" cy="1051560"/>
          </a:xfrm>
          <a:prstGeom prst="roundRect">
            <a:avLst>
              <a:gd name="adj" fmla="val 6087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721608"/>
            <a:ext cx="3247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PowerKSimulator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" y="4178808"/>
            <a:ext cx="32470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Random, Power-k, Absolute minimum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07738" y="3611880"/>
            <a:ext cx="3576218" cy="1051560"/>
          </a:xfrm>
          <a:prstGeom prst="roundRect">
            <a:avLst>
              <a:gd name="adj" fmla="val 6087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4472330" y="3721608"/>
            <a:ext cx="3247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StatefulRoundRobinSimulator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72330" y="4178808"/>
            <a:ext cx="32470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66837" y="3611880"/>
            <a:ext cx="3576218" cy="1051560"/>
          </a:xfrm>
          <a:prstGeom prst="roundRect">
            <a:avLst>
              <a:gd name="adj" fmla="val 6087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8231429" y="3721608"/>
            <a:ext cx="3247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26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HeapSizeSPowerOfKSimulator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31429" y="4178808"/>
            <a:ext cx="32470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size s / full heap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4892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scripts/plot_results.py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reads the CSV and creates the plots. The deck uses repository outputs only.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structured as a repeatable performance-evaluation pipeline, not a one-off script.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CONCLUSION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choices is the best default.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9875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balance benefit, with little decision cost.</a:t>
            </a:r>
            <a:endParaRPr lang="en-US" sz="1700" dirty="0"/>
          </a:p>
          <a:p>
            <a:pPr marL="228600" indent="-2286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robustness across weighted balls and initialized bins.</a:t>
            </a:r>
            <a:endParaRPr lang="en-US" sz="1700" dirty="0"/>
          </a:p>
          <a:p>
            <a:pPr marL="228600" indent="-2286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global knowledge is rarely worth the price.</a:t>
            </a:r>
            <a:endParaRPr lang="en-US" sz="1700" dirty="0"/>
          </a:p>
          <a:p>
            <a:pPr marL="228600" indent="-2286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heap designs can improve quality further — when memory/update cost is justified.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21792" y="4892040"/>
            <a:ext cx="10927080" cy="960120"/>
          </a:xfrm>
          <a:prstGeom prst="roundRect">
            <a:avLst>
              <a:gd name="adj" fmla="val 7619"/>
            </a:avLst>
          </a:prstGeom>
          <a:solidFill>
            <a:srgbClr val="182A4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502920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5303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load-balance quality per unit of decision and state cost.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Balls into Bins: Load Balancing Under Cost Constraints</dc:title>
  <dc:subject>PptxGenJS Presentation</dc:subject>
  <dc:creator>Kobi Kenzi</dc:creator>
  <cp:lastModifiedBy>Kobi Kenzi</cp:lastModifiedBy>
  <cp:revision>1</cp:revision>
  <dcterms:created xsi:type="dcterms:W3CDTF">2026-06-29T19:55:16Z</dcterms:created>
  <dcterms:modified xsi:type="dcterms:W3CDTF">2026-06-29T19:55:16Z</dcterms:modified>
</cp:coreProperties>
</file>